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74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7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34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0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5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5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7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16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19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20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93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51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7678A-B4FF-46D9-B3EA-C7565AD2A1F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0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student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ch1_practice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5"/>
            <a:ext cx="4172532" cy="81164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90825" y="1133233"/>
            <a:ext cx="847005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75142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141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ch2_design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441504" y="778793"/>
            <a:ext cx="1202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4"/>
            <a:ext cx="3818153" cy="8230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504" y="1148124"/>
            <a:ext cx="6241651" cy="82307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90825" y="1133233"/>
            <a:ext cx="664769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619480" y="1136151"/>
            <a:ext cx="675851" cy="28610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013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movie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ch3_practice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33793" y="2742533"/>
            <a:ext cx="100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9" y="1157651"/>
            <a:ext cx="7762054" cy="122318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89" y="3111864"/>
            <a:ext cx="6630325" cy="122318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90825" y="1133233"/>
            <a:ext cx="664769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90825" y="3111863"/>
            <a:ext cx="869485" cy="2454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52680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customer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ch4_filtering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4"/>
            <a:ext cx="5487166" cy="122318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90825" y="1133232"/>
            <a:ext cx="893924" cy="32707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9988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0" y="3837196"/>
            <a:ext cx="3680974" cy="10174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90" y="1190512"/>
            <a:ext cx="3841016" cy="81164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262" y="1170221"/>
            <a:ext cx="3818153" cy="10288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369" y="3802793"/>
            <a:ext cx="3326594" cy="14518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14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professor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ch5_join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87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course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student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544636" y="3433461"/>
            <a:ext cx="1309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enrollment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98897" y="1143867"/>
            <a:ext cx="657949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33353" y="1162408"/>
            <a:ext cx="795777" cy="29604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8724042" y="1143867"/>
            <a:ext cx="869694" cy="259996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2" name="자유형 21"/>
          <p:cNvSpPr/>
          <p:nvPr/>
        </p:nvSpPr>
        <p:spPr>
          <a:xfrm flipV="1">
            <a:off x="1042244" y="1500842"/>
            <a:ext cx="7746914" cy="1303062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653754" y="3800961"/>
            <a:ext cx="701080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955449" y="3813646"/>
            <a:ext cx="858153" cy="25977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870844" y="3825348"/>
            <a:ext cx="693733" cy="248075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673400" y="3805438"/>
            <a:ext cx="647474" cy="268948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4" name="자유형 53"/>
          <p:cNvSpPr/>
          <p:nvPr/>
        </p:nvSpPr>
        <p:spPr>
          <a:xfrm>
            <a:off x="1194645" y="3162830"/>
            <a:ext cx="4898150" cy="674365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자유형 55"/>
          <p:cNvSpPr/>
          <p:nvPr/>
        </p:nvSpPr>
        <p:spPr>
          <a:xfrm rot="4994508" flipV="1">
            <a:off x="5565786" y="2621752"/>
            <a:ext cx="2308620" cy="45719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7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3867"/>
            <a:ext cx="4526911" cy="16118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65" y="1133233"/>
            <a:ext cx="3177984" cy="105170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93" y="3802793"/>
            <a:ext cx="2629267" cy="1040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ch6_join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1587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salary_grades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21453" y="1143867"/>
            <a:ext cx="571252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15263" y="1133233"/>
            <a:ext cx="870745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85653" y="3760017"/>
            <a:ext cx="409345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477374" y="1153720"/>
            <a:ext cx="647474" cy="268948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자유형 12"/>
          <p:cNvSpPr/>
          <p:nvPr/>
        </p:nvSpPr>
        <p:spPr>
          <a:xfrm rot="10800000">
            <a:off x="2498650" y="1430701"/>
            <a:ext cx="3962079" cy="1514518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76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765" y="1153719"/>
            <a:ext cx="4172532" cy="10059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92" y="1133233"/>
            <a:ext cx="4881292" cy="18176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sales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ch7_aggr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085111" y="1143867"/>
            <a:ext cx="739977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69695" y="1111967"/>
            <a:ext cx="531308" cy="3102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6595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2" y="1158984"/>
            <a:ext cx="4561206" cy="12231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179" y="1153720"/>
            <a:ext cx="2937920" cy="10288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849" y="3773664"/>
            <a:ext cx="1714739" cy="51442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3" y="3802793"/>
            <a:ext cx="3600953" cy="4001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ch8_subq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35101" y="1143867"/>
            <a:ext cx="571252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59065" y="1133233"/>
            <a:ext cx="847005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65975" y="3773665"/>
            <a:ext cx="569117" cy="2524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8305" y="3433461"/>
            <a:ext cx="125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customers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152385" y="3773665"/>
            <a:ext cx="887929" cy="2524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748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5" y="1143867"/>
            <a:ext cx="3623815" cy="12117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65" y="1160544"/>
            <a:ext cx="2709288" cy="4801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ch9_dml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accounts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094157" y="1143867"/>
            <a:ext cx="702428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25739" y="1133233"/>
            <a:ext cx="839387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8294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05" y="1133238"/>
            <a:ext cx="4481185" cy="120031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766" y="1133239"/>
            <a:ext cx="2777878" cy="10288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05" y="3802793"/>
            <a:ext cx="3578089" cy="2857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ch10_view</a:t>
            </a:r>
            <a:endParaRPr lang="ko-KR" altLang="en-US" b="1" dirty="0"/>
          </a:p>
        </p:txBody>
      </p:sp>
      <p:sp>
        <p:nvSpPr>
          <p:cNvPr id="39" name="직사각형 38"/>
          <p:cNvSpPr/>
          <p:nvPr/>
        </p:nvSpPr>
        <p:spPr>
          <a:xfrm>
            <a:off x="642082" y="1119591"/>
            <a:ext cx="801830" cy="32707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departments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080509" y="1143867"/>
            <a:ext cx="702428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605" y="3433461"/>
            <a:ext cx="21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employees_archive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42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60544"/>
            <a:ext cx="3692405" cy="12346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243" y="1160544"/>
            <a:ext cx="1257475" cy="3200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66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ch11_control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34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temp_table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637961" y="1133233"/>
            <a:ext cx="808700" cy="34739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5379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38" y="1156010"/>
            <a:ext cx="8665150" cy="83450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94" y="5090357"/>
            <a:ext cx="6390262" cy="30865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38" y="6068967"/>
            <a:ext cx="3326594" cy="4801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879" y="3933223"/>
            <a:ext cx="4321144" cy="4686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750" y="2593705"/>
            <a:ext cx="7121884" cy="46869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750" y="3929429"/>
            <a:ext cx="5921567" cy="43440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7089" y="6054075"/>
            <a:ext cx="5692934" cy="4915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ch12_trigger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93750" y="3560097"/>
            <a:ext cx="159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salary_history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867046" y="5707306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audit_log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40922" y="3919575"/>
            <a:ext cx="620339" cy="32826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45417" y="1133232"/>
            <a:ext cx="869484" cy="31551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191609" y="6055128"/>
            <a:ext cx="483771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895" y="2188074"/>
            <a:ext cx="2031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employee_archive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11588" y="2593705"/>
            <a:ext cx="649675" cy="27541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51938" y="3560097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7563563" y="3914537"/>
            <a:ext cx="760398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1894" y="5699635"/>
            <a:ext cx="252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salary_change_percent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613519" y="6054075"/>
            <a:ext cx="369441" cy="28424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3749" y="4691792"/>
            <a:ext cx="24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salary_history_archive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203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34" y="4534152"/>
            <a:ext cx="2686424" cy="49155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35" y="2464087"/>
            <a:ext cx="3395184" cy="51442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35" y="5620487"/>
            <a:ext cx="4172532" cy="4801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37" y="1161943"/>
            <a:ext cx="2652130" cy="50299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250" y="3459229"/>
            <a:ext cx="2217730" cy="4801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25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customers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660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ch13_normal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28637" y="2091678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41937" y="3111407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categories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80965" y="2464182"/>
            <a:ext cx="747588" cy="32826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6362" y="1133233"/>
            <a:ext cx="760398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66500" y="3459229"/>
            <a:ext cx="780260" cy="2452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937" y="416307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23570" y="4544599"/>
            <a:ext cx="649675" cy="27541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3877" y="5251155"/>
            <a:ext cx="1518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order_details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723570" y="5656785"/>
            <a:ext cx="871915" cy="3330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382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8363</TotalTime>
  <Words>51</Words>
  <Application>Microsoft Office PowerPoint</Application>
  <PresentationFormat>와이드스크린</PresentationFormat>
  <Paragraphs>51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조정현</dc:creator>
  <cp:lastModifiedBy>조정현</cp:lastModifiedBy>
  <cp:revision>52</cp:revision>
  <dcterms:created xsi:type="dcterms:W3CDTF">2025-09-24T23:49:04Z</dcterms:created>
  <dcterms:modified xsi:type="dcterms:W3CDTF">2026-02-04T07:06:17Z</dcterms:modified>
</cp:coreProperties>
</file>